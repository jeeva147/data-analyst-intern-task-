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6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652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39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11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61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67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172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51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6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87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1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28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403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691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081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382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43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48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52F5B-795F-4DB1-964B-BF8AC6F568A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AE7F6-B393-4D3C-9859-CAE7C73F8D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941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CFC1BB-C5B3-4479-9752-C5322162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5FB5AC-39B2-4094-B486-0FCD501D5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50CFE4-97B0-48C6-ACD6-9399CBA1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3C6F7F0-46EA-4F8E-A112-1B517C2B5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1A3CC-CDA1-4C3B-9150-FCFB5373D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Slices of pizza">
            <a:extLst>
              <a:ext uri="{FF2B5EF4-FFF2-40B4-BE49-F238E27FC236}">
                <a16:creationId xmlns:a16="http://schemas.microsoft.com/office/drawing/2014/main" id="{68087ECD-DA12-01D8-5E7D-11191109B8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45" b="1"/>
          <a:stretch>
            <a:fillRect/>
          </a:stretch>
        </p:blipFill>
        <p:spPr>
          <a:xfrm>
            <a:off x="-3176" y="10"/>
            <a:ext cx="12192000" cy="68579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1704883-D088-4683-A1FD-AEE53B336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98C20-0A0A-7B8A-5D7F-62339FA6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4402667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1200"/>
              <a:t>             Pizza Sales Data Analysis Report</a:t>
            </a:r>
            <a:br>
              <a:rPr lang="en-US" sz="1200"/>
            </a:br>
            <a:r>
              <a:rPr lang="en-US" sz="1200"/>
              <a:t>                                                 </a:t>
            </a:r>
            <a:r>
              <a:rPr lang="en-US" sz="1200" b="1"/>
              <a:t>Prepared by:</a:t>
            </a:r>
            <a:br>
              <a:rPr lang="en-US" sz="1200" b="1"/>
            </a:br>
            <a:r>
              <a:rPr lang="en-US" sz="1200" b="1"/>
              <a:t>                                                                                                                                                             </a:t>
            </a:r>
            <a:r>
              <a:rPr lang="en-US" sz="1200" b="1" i="1"/>
              <a:t>Jeevananthan E</a:t>
            </a:r>
            <a:endParaRPr lang="en-US" sz="12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C04EC1-26B9-40BD-84A6-B2C0A913D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AB74E2-5A82-47FD-BBB4-BFD47779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4FFB60-A034-4994-8F55-E38D4F31C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1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D275-2E6E-65A2-2D40-5F2D9DBB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IN" dirty="0">
                <a:solidFill>
                  <a:srgbClr val="FF0000"/>
                </a:solidFill>
              </a:rPr>
              <a:t>KPI &amp; Metrics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FDA5C-391B-FCC4-36F2-15BD052A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Evaluated business performance using </a:t>
            </a:r>
            <a:r>
              <a:rPr lang="en-US" b="1" dirty="0"/>
              <a:t>key performance indicators (KPIs)</a:t>
            </a:r>
            <a:r>
              <a:rPr lang="en-US" dirty="0"/>
              <a:t> including Total Revenue, Order Volume, Average Order Value, and Product Sales Volume.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Identified </a:t>
            </a:r>
            <a:r>
              <a:rPr lang="en-US" b="1" dirty="0"/>
              <a:t>customer purchasing behavior patterns</a:t>
            </a:r>
            <a:r>
              <a:rPr lang="en-US" dirty="0"/>
              <a:t> through average pizzas per order and order value metrics.</a:t>
            </a:r>
          </a:p>
          <a:p>
            <a:pPr>
              <a:lnSpc>
                <a:spcPct val="150000"/>
              </a:lnSpc>
            </a:pPr>
            <a:r>
              <a:rPr lang="en-US" dirty="0"/>
              <a:t>KPI monitoring enables </a:t>
            </a:r>
            <a:r>
              <a:rPr lang="en-US" b="1" dirty="0"/>
              <a:t>continuous performance tracking and strategic planning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041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5A27-4749-E3E4-398D-C48CB5AF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              Trend &amp; Time-Series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428F-F900-146D-87BB-679D411A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Conducted </a:t>
            </a:r>
            <a:r>
              <a:rPr lang="en-US" b="1" dirty="0"/>
              <a:t>daily and monthly time-series analysis</a:t>
            </a:r>
            <a:r>
              <a:rPr lang="en-US" dirty="0"/>
              <a:t> to uncover demand fluctuations and seasonal sales trends.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Identified peak sales periods, supporting </a:t>
            </a:r>
            <a:r>
              <a:rPr lang="en-US" b="1" dirty="0"/>
              <a:t>data-driven staffing and inventory optimization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Trend insights help predict future demand and reduce operational inefficiencies.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84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CB3F-E1AE-1221-81BD-133353BF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</a:t>
            </a:r>
            <a:r>
              <a:rPr lang="en-IN" dirty="0">
                <a:solidFill>
                  <a:srgbClr val="FF0000"/>
                </a:solidFill>
              </a:rPr>
              <a:t>Product &amp; Category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FF3C6-185D-5889-13C5-4D84CA242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Performed </a:t>
            </a:r>
            <a:r>
              <a:rPr lang="en-US" b="1" dirty="0"/>
              <a:t>category-wise and size-wise performance analysis</a:t>
            </a:r>
            <a:r>
              <a:rPr lang="en-US" dirty="0"/>
              <a:t> to determine revenue contribution and customer preferences.</a:t>
            </a:r>
          </a:p>
          <a:p>
            <a:pPr>
              <a:lnSpc>
                <a:spcPct val="150000"/>
              </a:lnSpc>
            </a:pPr>
            <a:r>
              <a:rPr lang="en-US" dirty="0"/>
              <a:t>Applied </a:t>
            </a:r>
            <a:r>
              <a:rPr lang="en-US" b="1" dirty="0"/>
              <a:t>Top-N and Bottom-N analysis</a:t>
            </a:r>
            <a:r>
              <a:rPr lang="en-US" dirty="0"/>
              <a:t> to identify high-performing and underperforming pizza products.</a:t>
            </a:r>
          </a:p>
          <a:p>
            <a:pPr>
              <a:lnSpc>
                <a:spcPct val="150000"/>
              </a:lnSpc>
            </a:pPr>
            <a:r>
              <a:rPr lang="en-US" dirty="0"/>
              <a:t>Insights support </a:t>
            </a:r>
            <a:r>
              <a:rPr lang="en-US" b="1" dirty="0"/>
              <a:t>menu optimization, promotional strategy, and cost control decisions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53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BAC5-A19F-BB6C-2FAC-B2E02A9D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</a:t>
            </a:r>
            <a:r>
              <a:rPr lang="en-IN" dirty="0">
                <a:solidFill>
                  <a:srgbClr val="FF0000"/>
                </a:solidFill>
              </a:rPr>
              <a:t>Business Insights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9DF59-9F35-9EB5-4335-AD0382046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Delivered </a:t>
            </a:r>
            <a:r>
              <a:rPr lang="en-US" b="1" dirty="0"/>
              <a:t>data-driven recommendations</a:t>
            </a:r>
            <a:r>
              <a:rPr lang="en-US" dirty="0"/>
              <a:t> to enhance revenue growth and operational efficiency.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Findings enable </a:t>
            </a:r>
            <a:r>
              <a:rPr lang="en-US" altLang="en-US" b="1" dirty="0">
                <a:latin typeface="Arial" panose="020B0604020202020204" pitchFamily="34" charset="0"/>
              </a:rPr>
              <a:t>strategic decision-making</a:t>
            </a:r>
            <a:r>
              <a:rPr lang="en-US" altLang="en-US" dirty="0">
                <a:latin typeface="Arial" panose="020B0604020202020204" pitchFamily="34" charset="0"/>
              </a:rPr>
              <a:t> in pricing, inventory management, and product focus.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dashboard acts as a </a:t>
            </a:r>
            <a:r>
              <a:rPr lang="en-US" altLang="en-US" b="1" dirty="0">
                <a:latin typeface="Arial" panose="020B0604020202020204" pitchFamily="34" charset="0"/>
              </a:rPr>
              <a:t>business intelligence tool</a:t>
            </a:r>
            <a:r>
              <a:rPr lang="en-US" altLang="en-US" dirty="0">
                <a:latin typeface="Arial" panose="020B0604020202020204" pitchFamily="34" charset="0"/>
              </a:rPr>
              <a:t> for continuous monitoring and performance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33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EFFD-0FA4-3BF1-BAC3-EE0E268C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</a:t>
            </a:r>
            <a:r>
              <a:rPr lang="en-US" b="1" dirty="0">
                <a:solidFill>
                  <a:srgbClr val="FF0000"/>
                </a:solidFill>
              </a:rPr>
              <a:t>Conclusion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CF8C2-2986-66F8-4D86-2D3605A0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This analysis provides clear insights into pizza sales performance by evaluating key metrics, sales trends, and product-level performance. The dashboard supports data-driven decisions for improving revenue, optimizing inventory, and enhancing overall business efficiency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69297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17</TotalTime>
  <Words>245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Trebuchet MS</vt:lpstr>
      <vt:lpstr>Berlin</vt:lpstr>
      <vt:lpstr>             Pizza Sales Data Analysis Report                                                  Prepared by:                                                                                                                                                              Jeevananthan E</vt:lpstr>
      <vt:lpstr>                   KPI &amp; Metrics Analysis</vt:lpstr>
      <vt:lpstr>              Trend &amp; Time-Series Analysis</vt:lpstr>
      <vt:lpstr>    Product &amp; Category Performance </vt:lpstr>
      <vt:lpstr>                Business Insights &amp; Impact</vt:lpstr>
      <vt:lpstr>                             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, JEEVANANTHAN E</dc:creator>
  <cp:lastModifiedBy>, JEEVANANTHAN E</cp:lastModifiedBy>
  <cp:revision>2</cp:revision>
  <dcterms:created xsi:type="dcterms:W3CDTF">2025-12-19T06:26:53Z</dcterms:created>
  <dcterms:modified xsi:type="dcterms:W3CDTF">2025-12-19T06:44:01Z</dcterms:modified>
</cp:coreProperties>
</file>